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DF0B1-730E-019D-32E6-2FA91CE6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6C73C86-5EF8-C36E-F3E6-422FEE1A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6515-926D-4E4B-9659-D51501A18FAF}" type="datetimeFigureOut">
              <a:rPr lang="pt-PT" smtClean="0"/>
              <a:t>10/08/2026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DEB7753-AA54-823B-B682-1D9972CA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39CF61C-4DC6-1723-41C4-CA31BA7E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7095-D1E4-4BCC-ACEA-4F3DAFF7E92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053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52DF671-ADF7-B67E-DB92-B5C88276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A055AD3-61EC-D936-CEBF-21D5AA559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923A4CB-0007-CD09-6F0E-C50BDC5DE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16515-926D-4E4B-9659-D51501A18FAF}" type="datetimeFigureOut">
              <a:rPr lang="pt-PT" smtClean="0"/>
              <a:t>10/08/2026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E4C1826-07D0-9CF5-F8B5-B8A23144C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5255F66-5E08-7705-EA72-9FF0E3688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E7095-D1E4-4BCC-ACEA-4F3DAFF7E92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58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873F15B-A8B0-9BD0-564A-E19D3487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F750A4-B7F7-1AFA-8451-720D49CB18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1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1A16342-D407-7312-5DA4-2470EEE4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CC7041-7949-9511-1834-5FE52C60E2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5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40435F86-79F3-6102-2F72-38FD5DE7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9C0B7A7-F88F-568D-9D97-292D7754F3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6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E739984B-871D-70F3-CEC6-31A3176E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C879B1-FAE1-6AE5-8ADE-D852D4F0B6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6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652FF6B0-6368-249A-5E6B-E3D8E0E9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C052D6-F5FA-D53F-F0F1-E43959A4C7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3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C8A704F-AF10-022B-615A-29558DD4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F3B957-142D-1EAD-9847-8FFC8633EB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0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49405D1-0C2F-DB4F-7571-ADD13FD4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412D4D-6D82-5DAD-223F-2DDC0EB309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6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FCC2924-00DE-AEB5-0AA0-93936FE7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976A26-4F2D-D20A-A1B9-9FA076E1FD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0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64C132EE-ECEA-54D5-0F82-002AD5C6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89A52AD-5801-BB35-37BB-768DC54376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63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4C57394E-71D1-2819-A7A3-F2ADE3EB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2F2C423-3551-422B-1C5F-A528990E24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D981D291-F4DA-1985-F9A2-6B107FB0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37B5C1-76E3-D0DC-5610-24D2ED3D4C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7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7398705-0D5F-E073-CFF3-667A1347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5DC22A-C98D-8C25-74C5-691103FF8B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5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8D3BE30-036B-5D6D-FFB4-41753EB2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C493E7-2DE8-6083-F193-35AC6FEC38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01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0CF0B63-7A3A-7C6A-4E2B-B1438BA3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03F911-9E02-D9AD-898D-DF4733AB66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31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Lenda António</dc:creator>
  <cp:lastModifiedBy>Lenda António</cp:lastModifiedBy>
  <cp:revision>1</cp:revision>
  <dcterms:created xsi:type="dcterms:W3CDTF">2026-08-10T08:30:21Z</dcterms:created>
  <dcterms:modified xsi:type="dcterms:W3CDTF">2026-08-10T08:30:21Z</dcterms:modified>
</cp:coreProperties>
</file>